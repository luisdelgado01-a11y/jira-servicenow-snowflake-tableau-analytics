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hours in status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B4C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 Review</c:v>
                  </c:pt>
                  <c:pt idx="1">
                    <c:v>Staging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29.1</c:v>
                </c:pt>
                <c:pt idx="1">
                  <c:v>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cycle time (hrs)</c:v>
                </c:pt>
              </c:strCache>
            </c:strRef>
          </c:tx>
          <c:spPr>
            <a:solidFill>
              <a:srgbClr val="2E5B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Mobile Banking</c:v>
                  </c:pt>
                  <c:pt idx="1">
                    <c:v>Auto Quote</c:v>
                  </c:pt>
                  <c:pt idx="2">
                    <c:v>Claims Portal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61.1</c:v>
                </c:pt>
                <c:pt idx="1">
                  <c:v>37.9</c:v>
                </c:pt>
                <c:pt idx="2">
                  <c:v>37.8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2E5B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S43</c:v>
                  </c:pt>
                  <c:pt idx="1">
                    <c:v>S44</c:v>
                  </c:pt>
                  <c:pt idx="2">
                    <c:v>S45</c:v>
                  </c:pt>
                  <c:pt idx="3">
                    <c:v>S46</c:v>
                  </c:pt>
                  <c:pt idx="4">
                    <c:v>S47</c:v>
                  </c:pt>
                  <c:pt idx="5">
                    <c:v>S48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</c:v>
                </c:pt>
                <c:pt idx="2">
                  <c:v>13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7280"/>
                    </a:solidFill>
                    <a:latin typeface="Arial"/>
                  </a:rPr>
                  <a:t>Tickets completed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cycle time (hrs)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1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B4C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Priority projects</c:v>
                  </c:pt>
                  <c:pt idx="1">
                    <c:v>Non-priority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37.8</c:v>
                </c:pt>
                <c:pt idx="1">
                  <c:v>61.1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41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this is an end-to-end analytics solution, not just a dashboard. The stack mirrors the role: Jira/ServiceNow/Clarity into Snowflake, SQL transforms, Tableau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tell: cycle time lives in the changelog, not the issue table. If they push on SQL, walk the CASE/MIN conditional aggregation and why never-completed tickets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Scorecard shows decisions, not just data. Note Mobile Banking is non-priority, which is why the all-up number misleads.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churn-engine philosophy: value is translating outputs into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 Delivery Performance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Jira, ServiceNow &amp; Clarity data into a delivery decision tool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→  ServiceNow  →  Clarity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Snowflake  →  SQL  →  Tableau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A. Delgado  —  Data Analyst / Tableau Developer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portfolio 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dev teams are shipping a lot, but I can’t tell which squads are actually fast versus just busy. I want to see how long work really takes, where it gets stuck, and whether quality is holding as we push volume — tied to the projects that matter. I don’t want a vanity chart.”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VP, Auto Underwriting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job: turn a loosely-defined ask into defined metrics and a built answer — no spec.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297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time, Staging → Done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0712" y="4114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47872" y="4297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stuck?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7872" y="4800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Time-in-status (bottleneck)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4114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8504" y="4297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holding?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8504" y="4800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% + post-release incidents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51976" y="4114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89136" y="4297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89136" y="4800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to priority projects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USAA Squad Delivery Performance  •  Analytics readout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 — end to end</a:t>
            </a:r>
            <a:endParaRPr lang="en-US" sz="3000" dirty="0"/>
          </a:p>
        </p:txBody>
      </p:sp>
      <p:pic>
        <p:nvPicPr>
          <p:cNvPr id="3" name="Image 0" descr="usaa_pkg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365760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issues + changelog, ServiceNow incidents, Clarity priority. The data engineer owns the syncs.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9864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transforms in Snowflake: derive cycle time from the changelog, time-in-status, rework, joins.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785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10565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vw_squad_delivery — the metric defined once, so every report agrees.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49926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+ readout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531266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the decisions on top.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USAA Squad Delivery Performance  •  Analytics readout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time does not live in the issue table.
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derived from the status-transition history in the changelog.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1064240" cy="2788920"/>
          </a:xfrm>
          <a:prstGeom prst="roundRect">
            <a:avLst>
              <a:gd name="adj" fmla="val 2623"/>
            </a:avLst>
          </a:prstGeom>
          <a:solidFill>
            <a:srgbClr val="0E1230"/>
          </a:solidFill>
          <a:ln w="12700">
            <a:solidFill>
              <a:srgbClr val="2E5B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43200"/>
            <a:ext cx="105156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transitions AS (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issue_key,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MIN(CASE WHEN to_status='Staging' THEN changed_at END) AS started_at,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MIN(CASE WHEN to_status='Done'    THEN changed_at END) AS done_at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jira_changelog WHERE field='status' GROUP BY issue_key)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issue_key, DATEDIFF('hour', started_at, done_at) AS cycle_time_hours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transitions WHERE done_at IS NOT NULL;   -- exclude never-completed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Created→Resolved would overstate it — tickets sit in backlog before work starts. Starting at Staging measures handling time, not queue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USAA Squad Delivery Performance  •  Analytics readout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44.9 hrs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cycle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22.9%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696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8696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Post-release incidents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Review is the bottleneck, not coding</a:t>
            </a:r>
            <a:endParaRPr lang="en-US" sz="18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52044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400800" y="365760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waits ~29 hrs in review vs ~6 in active work — about 82% of active workflow delay.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reviewer capacity or set review SLAs before adding engineering headcount.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USAA Squad Delivery Performance  •  Analytics readout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Mobile Banking is the slowest squad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280160"/>
          <a:ext cx="5669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Health Scorecard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91640"/>
          <a:ext cx="5120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00584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Quote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0A800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0A800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92240" y="37490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slowest squad is working primarily </a:t>
            </a:r>
            <a:pPr indent="0" marL="0">
              <a:buNone/>
            </a:pPr>
            <a:r>
              <a:rPr lang="en-US" sz="1300" b="1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non-priority</a:t>
            </a:r>
            <a:pPr indent="0" marL="0">
              <a:buNone/>
            </a:pPr>
            <a:r>
              <a:rPr lang="en-US" sz="13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— so an all-projects average understates delivery on the work leadership cares about.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0080" y="45720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4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Mobile Banking review queues; report priority and non-priority separately.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USAA Squad Delivery Performance  •  Analytics readout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Pushing volume reduced quality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074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% by sprint: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78992" y="539496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S43
</a:t>
            </a:r>
            <a:endParaRPr lang="en-US" sz="9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029968" y="539496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S44
</a:t>
            </a:r>
            <a:endParaRPr lang="en-US" sz="9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980944" y="539496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S45
</a:t>
            </a:r>
            <a:endParaRPr lang="en-US" sz="9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31920" y="539496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S46
</a:t>
            </a:r>
            <a:endParaRPr lang="en-US" sz="9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82896" y="539496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S47
</a:t>
            </a:r>
            <a:endParaRPr lang="en-US" sz="9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33872" y="539496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S48
</a:t>
            </a:r>
            <a:endParaRPr lang="en-US" sz="9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1264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Quote, by sprint — Sprint 45 volume push (13 completed) coincides with the 63% rework spike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0" y="155448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one sprint output surged (Sprint 45, completions ~doubled), rework topped 60% and post-release incidents spiked from near zero.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sprint held steady — the dip tracks the volume push, not the team.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rework ceiling as a quality guardrail before scaling sprint capacity. Hold a sustainable pace.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USAA Squad Delivery Performance  •  Analytics readout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work is protected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766560" y="17373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projects leadership flagged as priority, cycle time is </a:t>
            </a:r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hrs vs ~61 hrs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non-priority work.
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4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already guarding the work that matters — the headline number hides it.
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answers the “no vanity chart” concern: the priority filter changes the story.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USAA Squad Delivery Performance  •  Analytics readout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411480" cy="411480"/>
          </a:xfrm>
          <a:prstGeom prst="ellipse">
            <a:avLst/>
          </a:prstGeom>
          <a:solidFill>
            <a:srgbClr val="2E5BB8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00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constraint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20299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capacity is the bottleneck — address it before adding engineers.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2E5BB8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880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quality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33101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sustainable pace; guardrail rework before scaling volume.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411480" cy="411480"/>
          </a:xfrm>
          <a:prstGeom prst="ellipse">
            <a:avLst/>
          </a:prstGeom>
          <a:solidFill>
            <a:srgbClr val="2E5BB8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4160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matters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459028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priority from non-priority so the number reflects focus.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isn’t the query or the model — it’s translating outputs into decisions.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A. Delgado  —  Jira / ServiceNow / Snowflake / SQL / Tableau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USAA Squad Delivery Performance</dc:title>
  <dc:subject>PptxGenJS Presentation</dc:subject>
  <dc:creator>Luis A. Delgado</dc:creator>
  <cp:lastModifiedBy>Luis A. Delgado</cp:lastModifiedBy>
  <cp:revision>1</cp:revision>
  <dcterms:created xsi:type="dcterms:W3CDTF">2026-06-18T03:54:27Z</dcterms:created>
  <dcterms:modified xsi:type="dcterms:W3CDTF">2026-06-18T03:54:27Z</dcterms:modified>
</cp:coreProperties>
</file>